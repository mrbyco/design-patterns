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589A-6F30-8672-8CAC-2914082C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EBC67F-4474-3219-C66E-E3307E7A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1A532-1A08-4976-AF81-EE901AD8EE11}" type="datetimeFigureOut">
              <a:rPr lang="hu-HU" smtClean="0"/>
              <a:t>2025. 11. 09.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FB622-5741-F6B2-11A6-826A21381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7EF377-4DF9-CA6D-5118-2292C67B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52FD-085F-4F66-B113-FF8EEFE95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930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FED43C-19C0-50A2-34B3-AF33AAB2D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1E7F7-6355-8D5A-ED9B-6C79404B6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79C36-C7D5-AC6F-7EC8-19693B1CE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1A532-1A08-4976-AF81-EE901AD8EE11}" type="datetimeFigureOut">
              <a:rPr lang="hu-HU" smtClean="0"/>
              <a:t>2025. 11. 09.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45F55-7F62-EDF2-1CEB-BF59BFA75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A044D-DEB6-76C6-27B6-1DAD5529DF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A52FD-085F-4F66-B113-FF8EEFE958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050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21A1402-8006-091E-B930-FD1F85631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63F3F-9BCC-6BF0-B3D8-634C96EAC90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80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785F9FF-1585-B7ED-6137-2CB59132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AC50F6-C334-FFA8-95AA-86170FBD19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720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E652DD1-3DB8-CE35-097C-F9FD23C1B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B1EF17-803C-9DB6-07BD-F8DDE31114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6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B77F507-4F57-1B20-AF95-28578CF5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EE4829-96B8-C0A4-2F5B-E3341F5A84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96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4A4F89E-C576-FF4E-6B9E-BBE543CEA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2BF8D8-B0AD-B9B1-953A-955092686C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65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0FFB98B-693E-8E75-0C2D-97AF349A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Köszönöm a figyelmet!</a:t>
            </a:r>
            <a:endParaRPr lang="hu-H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36853E-3630-4C40-79C6-3AC9432BAF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88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Biszterszky Mátyás</dc:creator>
  <cp:lastModifiedBy>Biszterszky Mátyás</cp:lastModifiedBy>
  <cp:revision>1</cp:revision>
  <dcterms:created xsi:type="dcterms:W3CDTF">2025-11-09T15:47:16Z</dcterms:created>
  <dcterms:modified xsi:type="dcterms:W3CDTF">2025-11-09T15:47:16Z</dcterms:modified>
</cp:coreProperties>
</file>